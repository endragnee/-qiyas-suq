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Poppins SemiBold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20B060402020202020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FB2CDD-B273-42A4-BA26-76C05CFE35F2}">
  <a:tblStyle styleId="{03FB2CDD-B273-42A4-BA26-76C05CFE35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6.png"/><Relationship Id="rId10" Type="http://schemas.openxmlformats.org/officeDocument/2006/relationships/image" Target="../media/image36.png"/><Relationship Id="rId4" Type="http://schemas.openxmlformats.org/officeDocument/2006/relationships/image" Target="../media/image5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65741" y="3283655"/>
            <a:ext cx="4704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Kiyas (qiyas-suq)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4209008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secure, lightweight shop inventory and sales tool tailored specifically for single-shop scope and frictionless commerce.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997505" y="6477000"/>
            <a:ext cx="4324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 / 10</a:t>
            </a:r>
            <a:endParaRPr dirty="0"/>
          </a:p>
        </p:txBody>
      </p:sp>
      <p:pic>
        <p:nvPicPr>
          <p:cNvPr id="90" name="Google Shape;90;p13" title="kq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5738" y="1413388"/>
            <a:ext cx="481012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00175"/>
            <a:ext cx="51435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00175"/>
            <a:ext cx="51435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978455" y="6477000"/>
            <a:ext cx="45154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 / 10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7275" y="210502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Tenant-Scoped Security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7275" y="2552700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Kiyas is intentionally built around a clean, multi-tenant isolation structure. Rather than hosting an open public marketplace, each shop operates in strict logical containment.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57275" y="3398341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Every signed-in employee or user is strictly scoped to exactly one shop ID. The system architecture blocks standard cross-shop visibility at all endpoints.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81775" y="210502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Seamless Staff Onboarding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2552700"/>
            <a:ext cx="4552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Shop deployment utilizes a unified, simplified trust approach: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3006030"/>
            <a:ext cx="4552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 configures the shop and sets its main password.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81775" y="3282255"/>
            <a:ext cx="4552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Staff register directly using the shop ID and password.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81775" y="3558480"/>
            <a:ext cx="4552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complex external invitation workflow is required.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02508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30130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57753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Overview &amp; Scoping Model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448141" y="627609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7275" y="1650354"/>
            <a:ext cx="2704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CORE SECURITY MODEL </a:t>
            </a:r>
            <a:endParaRPr lang="en-US" sz="1200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6591767" y="1615301"/>
            <a:ext cx="2542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SIMPLE TRUST MODEL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26233"/>
            <a:ext cx="3397150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726233"/>
            <a:ext cx="3397299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726233"/>
            <a:ext cx="3397150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0968930" y="6477000"/>
            <a:ext cx="461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 / 10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09650" y="3488233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Public Interface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09650" y="3935908"/>
            <a:ext cx="290185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Intentionally thin public layer providing lookup capability. Minimal friction directory lists active shops alongside single item previews by ID.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44925" y="3488233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Security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44925" y="3935908"/>
            <a:ext cx="290199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authenticated zone allowing staff to create, edit, or delete store assets safely. All database updates enforce token checks.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280350" y="3488233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Single "Buy Now"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280350" y="3935908"/>
            <a:ext cx="290185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Instantaneous purchasing pathway with no shopping cart. Clicking buy immediately creates the order and updates inventory states.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3002458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44925" y="300245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0350" y="3002458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Platform Features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192621" y="652983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00175"/>
            <a:ext cx="51435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00175"/>
            <a:ext cx="51435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0968930" y="6477000"/>
            <a:ext cx="461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 / 10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57275" y="2133600"/>
            <a:ext cx="47805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smtClean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Performance </a:t>
            </a:r>
            <a:r>
              <a:rPr lang="en-US" sz="18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API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1057275" y="2581275"/>
            <a:ext cx="4552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backend runs natively on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bypassing complex bundlers and allowing direct TypeScript execution.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81775" y="2133600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Robust User Experience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581775" y="2581275"/>
            <a:ext cx="4552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user interface is decoupled and built leveraging next-generation React paradigms.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57275" y="3278385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Express 5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handles REST routing seamlessly.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57275" y="3516510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Apollo GraphQL 5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powers dynamic queries.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57275" y="3754635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Mongoose 8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MongoDB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 the schemas.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057275" y="3992760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Passport.js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manages credentialed sessions.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581775" y="3278385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Next.js 16 (App Router)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 19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581775" y="3516510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 Compiler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optimized builds.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581775" y="3754635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Tailwind CSS 4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utility-first layouts.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581775" y="3992760"/>
            <a:ext cx="4552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Standard credentialed cookies (SameSite=Lax).</a:t>
            </a:r>
            <a:endParaRPr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29267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353079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376892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7275" y="400704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3292673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81775" y="353079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81775" y="3768923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81775" y="4007048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Modern Technical Stack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610225" y="618158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7275" y="1724230"/>
            <a:ext cx="2542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BACKEND CORE</a:t>
            </a:r>
            <a:endParaRPr lang="en-US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6581775" y="1724230"/>
            <a:ext cx="2255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FRONTEND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34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0" y="2128837"/>
            <a:ext cx="4095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0978455" y="6477000"/>
            <a:ext cx="45154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 / 10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62000" y="3147119"/>
            <a:ext cx="64508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smtClean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Ultra Thin </a:t>
            </a:r>
            <a:r>
              <a:rPr lang="en-US" sz="18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Transaction Layer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762000" y="3623369"/>
            <a:ext cx="61436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Kiyas replaces the classic shopping cart framework with a direct single-item check-out method, ensuring speed and clarity for small vendor environments.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62000" y="4253805"/>
            <a:ext cx="614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 user purchase directly from an item detail layout.</a:t>
            </a:r>
            <a:endParaRPr dirty="0"/>
          </a:p>
        </p:txBody>
      </p:sp>
      <p:sp>
        <p:nvSpPr>
          <p:cNvPr id="185" name="Google Shape;185;p17"/>
          <p:cNvSpPr txBox="1"/>
          <p:nvPr/>
        </p:nvSpPr>
        <p:spPr>
          <a:xfrm>
            <a:off x="762000" y="4549080"/>
            <a:ext cx="614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Instant stock reduction on backend transaction success.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62000" y="4844355"/>
            <a:ext cx="614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Immediate logging into user personal purchase timeline.</a:t>
            </a:r>
            <a:endParaRPr/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3775" y="2138362"/>
            <a:ext cx="40767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27285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56813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86340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Frictionless "Buy Now" Checkout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6905625" y="594246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0706" y="2558236"/>
            <a:ext cx="3088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SINGLE ITEM SALES PATTERN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968930" y="6477000"/>
            <a:ext cx="461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06 / 10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190625" y="2309812"/>
            <a:ext cx="10239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Environment Set up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Copy the target sample backend configuration via cp backend/.env.example backend/.env. Configure the database connector DATABASE_URL and local session keys.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190625" y="3252787"/>
            <a:ext cx="10239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Initialize &amp; Start Backend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Run cd backend &amp;&amp; bun install &amp;&amp; bun run dev. The backend executes directly on Bun, bootstrapping the MongoDB connections on standard port 3000.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190625" y="4195762"/>
            <a:ext cx="10239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Initialize &amp; Start Frontend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Configure frontend/.env.local pointing to the core API URL, then trigger cd frontend &amp;&amp; bun install &amp;&amp; bun run dev -p 3001.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90625" y="4881562"/>
            <a:ext cx="10239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Access Application Surface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Navigate directly to http://localhost:3001 to view the public shop directories and interface.</a:t>
            </a:r>
            <a:endParaRPr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23431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286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2291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914900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Getting Started Guide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6072187" y="652983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00175"/>
            <a:ext cx="51435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00175"/>
            <a:ext cx="51435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3249810"/>
            <a:ext cx="4552950" cy="632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493591"/>
            <a:ext cx="4552950" cy="80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0978455" y="6477000"/>
            <a:ext cx="45154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 / 10</a:t>
            </a:r>
            <a:endParaRPr/>
          </a:p>
        </p:txBody>
      </p:sp>
      <p:pic>
        <p:nvPicPr>
          <p:cNvPr id="223" name="Google Shape;22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1695450"/>
            <a:ext cx="12763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1057275" y="210502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 Local Dev State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057275" y="2552700"/>
            <a:ext cx="4552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Since raw API security restricts default admin-level creation parameters, Kiyas provides a seeding helper script: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057275" y="4024907"/>
            <a:ext cx="4552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Refuses execution safely whenever production environments are detected.</a:t>
            </a:r>
            <a:endParaRPr/>
          </a:p>
        </p:txBody>
      </p:sp>
      <p:pic>
        <p:nvPicPr>
          <p:cNvPr id="227" name="Google Shape;22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1695450"/>
            <a:ext cx="977354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6581775" y="2105025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Puppeteer Automated Run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581775" y="2552700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full automated framework tests basic operations, user auth states, and edit transactions across the entire environment pipeline: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Seeding &amp; Smoke Testing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6072187" y="652983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09825"/>
            <a:ext cx="106680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10968930" y="6477000"/>
            <a:ext cx="461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08 / 10</a:t>
            </a:r>
            <a:endParaRPr/>
          </a:p>
        </p:txBody>
      </p:sp>
      <p:graphicFrame>
        <p:nvGraphicFramePr>
          <p:cNvPr id="241" name="Google Shape;241;p20"/>
          <p:cNvGraphicFramePr/>
          <p:nvPr/>
        </p:nvGraphicFramePr>
        <p:xfrm>
          <a:off x="771525" y="2419350"/>
          <a:ext cx="10648950" cy="3038500"/>
        </p:xfrm>
        <a:graphic>
          <a:graphicData uri="http://schemas.openxmlformats.org/drawingml/2006/table">
            <a:tbl>
              <a:tblPr firstRow="1" bandRow="1">
                <a:noFill/>
                <a:tableStyleId>{03FB2CDD-B273-42A4-BA26-76C05CFE35F2}</a:tableStyleId>
              </a:tblPr>
              <a:tblGrid>
                <a:gridCol w="319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System Domain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Reported Limitation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Impact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Authentication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Password reset currently accepts plain text inputs with no link/token verification flows.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Medium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 Operations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 'delete item' query structure is routed incorrectly and actually deletes the whole shop.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High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 Uploads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status indicators do not refresh automatically when upload actions are finished.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59E0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Low</a:t>
                      </a:r>
                      <a:endParaRPr/>
                    </a:p>
                  </a:txBody>
                  <a:tcPr marL="1714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 Dependencies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Dead legacy Google OAuth code references remain in the underlying source.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64748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Optimization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Google Shape;242;p20"/>
          <p:cNvSpPr/>
          <p:nvPr/>
        </p:nvSpPr>
        <p:spPr>
          <a:xfrm>
            <a:off x="771525" y="3538537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966120" y="3538537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8758088" y="3538537"/>
            <a:ext cx="26623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771525" y="4176712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966120" y="4176712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8758088" y="4176712"/>
            <a:ext cx="26623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771525" y="4814887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966120" y="4814887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758088" y="4814887"/>
            <a:ext cx="26623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48588" y="4433887"/>
            <a:ext cx="571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48588" y="4433887"/>
            <a:ext cx="571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Known System Limitations</a:t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6048375" y="634977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52737"/>
            <a:ext cx="4675882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10968930" y="6477000"/>
            <a:ext cx="461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09 / 10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766441" y="3252787"/>
            <a:ext cx="26670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100 </a:t>
            </a:r>
            <a:r>
              <a:rPr lang="en-US" sz="6450" b="1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5750"/>
          </a:p>
        </p:txBody>
      </p:sp>
      <p:sp>
        <p:nvSpPr>
          <p:cNvPr id="269" name="Google Shape;269;p21"/>
          <p:cNvSpPr txBox="1"/>
          <p:nvPr/>
        </p:nvSpPr>
        <p:spPr>
          <a:xfrm>
            <a:off x="1980753" y="4395787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Tenant Isolation Scoping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5818882" y="3230016"/>
            <a:ext cx="589167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smtClean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Zero Cross </a:t>
            </a:r>
            <a:r>
              <a:rPr lang="en-US" sz="18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shop Leakage</a:t>
            </a:r>
            <a:endParaRPr dirty="0"/>
          </a:p>
        </p:txBody>
      </p:sp>
      <p:sp>
        <p:nvSpPr>
          <p:cNvPr id="272" name="Google Shape;272;p21"/>
          <p:cNvSpPr txBox="1"/>
          <p:nvPr/>
        </p:nvSpPr>
        <p:spPr>
          <a:xfrm>
            <a:off x="5818882" y="3677691"/>
            <a:ext cx="5611117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backend queries explicitly enforce automatic scoping by shopId for all database queries and operations, ensuring no tenant metadata overlaps or escapes.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5818882" y="4551908"/>
            <a:ext cx="561111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 backend filters on MongoDB schemas.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5818882" y="4828133"/>
            <a:ext cx="561111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Role-gated server mutations for admins.</a:t>
            </a:r>
            <a:endParaRPr/>
          </a:p>
        </p:txBody>
      </p:sp>
      <p:pic>
        <p:nvPicPr>
          <p:cNvPr id="275" name="Google Shape;27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8882" y="457095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8882" y="4847183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 Metrics</a:t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6072187" y="652983"/>
            <a:ext cx="47625" cy="379957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47657" y="2766893"/>
            <a:ext cx="3526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DATA SECURITY MODEL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 l="-15290" t="-15710" r="15290" b="1571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6324600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4330800" y="3059550"/>
            <a:ext cx="353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10997505" y="6477000"/>
            <a:ext cx="4324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/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601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Inter</vt:lpstr>
      <vt:lpstr>Poppins SemiBold</vt:lpstr>
      <vt:lpstr>Inter SemiBold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Urael</dc:creator>
  <cp:lastModifiedBy>hp</cp:lastModifiedBy>
  <cp:revision>3</cp:revision>
  <dcterms:modified xsi:type="dcterms:W3CDTF">2026-07-16T20:02:36Z</dcterms:modified>
</cp:coreProperties>
</file>